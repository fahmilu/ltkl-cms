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 walk through the content management system that powers kabupatenlestari.org — what it does, how it is organised, and how your team will use it day to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a visitor sees on kabupatenlestari.org is entered here: pages and menus, posts, the kabupaten and other reference data, and global 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team member gets their own account. The sidebar is grouped: Contents for pages and posts, Masters for reference data, Administration for users, Settings for the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is always entered in both languages. Anything can be saved as a draft and published later. Deleting is reversible — items go to the trash first. Web addresses are created automatically from the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Pages are built from about twenty ready-made blocks, including live collections such as the kabupaten map or job list. The design stays consistent because each block has a fixed 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separate menu editor to maintain. Each page's Menu Settings decide whether it appears, in which menu, and under which parent. A page can also be a link to another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dated content is a post. Choosing the type reveals the right extra fields: event dates and registration link, a video URL, a downloadable document, or the publisher of a media article.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form in the CMS follows this layout, so once the team learns posts, the rest feels familiar.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kabupaten has a banner, logo, landscape figures, commodities, impact stories and linked posts. The map pin is set by searching the place name. Once published, it appears automatically on the map and list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reference data feeds the website automatically. Add a pillar or a vacancy here and every page that lists them updates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Settings also hold the cookie notice, the newsletter connection and the email that receives join-form messages. The online switch affects the whole public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 in Indonesian, add the English version, keep it unpublished while a colleague reviews, then switch it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a vacancy deadline is only displayed. A vacancy stays open until someone sets it to Closed. Same for event registration.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The full administrator guide covers every screen and field step by step. Happy to schedule a hands-on training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1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5000" y="-1397000"/>
            <a:ext cx="5715000" cy="5715000"/>
          </a:xfrm>
          <a:prstGeom prst="ellipse">
            <a:avLst/>
          </a:prstGeom>
          <a:solidFill>
            <a:srgbClr val="3A3E8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52000" y="3937000"/>
            <a:ext cx="3302000" cy="3302000"/>
          </a:xfrm>
          <a:prstGeom prst="ellipse">
            <a:avLst/>
          </a:prstGeom>
          <a:solidFill>
            <a:srgbClr val="00A9C1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A9C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12800" y="1905000"/>
            <a:ext cx="889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7FDC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LINGKAR TEMU KABUPATEN LESTARI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349500"/>
            <a:ext cx="889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4F7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website,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4F7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your hands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318000"/>
            <a:ext cx="762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CF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quick tour of the CMS behind kabupatenlestari.org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603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A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 presentation ·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7A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BIG PICTURE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43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place for everything on the website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86000"/>
            <a:ext cx="2489200" cy="2540000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5200" y="2286000"/>
            <a:ext cx="2184400" cy="50800"/>
          </a:xfrm>
          <a:prstGeom prst="rect">
            <a:avLst/>
          </a:prstGeom>
          <a:solidFill>
            <a:srgbClr val="00A9C1"/>
          </a:solidFill>
          <a:ln w="12700">
            <a:solidFill>
              <a:srgbClr val="00A9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6800" y="2603500"/>
            <a:ext cx="190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A9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66800" y="3175000"/>
            <a:ext cx="20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66800" y="3619500"/>
            <a:ext cx="20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page and the menus that lead to 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05200" y="2286000"/>
            <a:ext cx="2489200" cy="2540000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2286000"/>
            <a:ext cx="2184400" cy="50800"/>
          </a:xfrm>
          <a:prstGeom prst="rect">
            <a:avLst/>
          </a:prstGeom>
          <a:solidFill>
            <a:srgbClr val="00A9C1"/>
          </a:solidFill>
          <a:ln w="12700">
            <a:solidFill>
              <a:srgbClr val="00A9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59200" y="2603500"/>
            <a:ext cx="190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A9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759200" y="3175000"/>
            <a:ext cx="20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759200" y="3619500"/>
            <a:ext cx="20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News, videos, events, library and press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97600" y="2286000"/>
            <a:ext cx="2489200" cy="2540000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0000" y="2286000"/>
            <a:ext cx="2184400" cy="50800"/>
          </a:xfrm>
          <a:prstGeom prst="rect">
            <a:avLst/>
          </a:prstGeom>
          <a:solidFill>
            <a:srgbClr val="00A9C1"/>
          </a:solidFill>
          <a:ln w="12700">
            <a:solidFill>
              <a:srgbClr val="00A9C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51600" y="2603500"/>
            <a:ext cx="190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A9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451600" y="3175000"/>
            <a:ext cx="20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Kabupaten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51600" y="3619500"/>
            <a:ext cx="20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Member profiles, pillars, jobs and team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90000" y="2286000"/>
            <a:ext cx="2489200" cy="2540000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42400" y="2286000"/>
            <a:ext cx="2184400" cy="50800"/>
          </a:xfrm>
          <a:prstGeom prst="rect">
            <a:avLst/>
          </a:prstGeom>
          <a:solidFill>
            <a:srgbClr val="00A9C1"/>
          </a:solidFill>
          <a:ln w="12700">
            <a:solidFill>
              <a:srgbClr val="00A9C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0" y="2603500"/>
            <a:ext cx="190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A9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3175000"/>
            <a:ext cx="20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Settings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3619500"/>
            <a:ext cx="20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Logo, footer, social links, SEO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LTKL CMS ·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7A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GETTING IN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43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 in and find your way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1590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· Open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46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cms.kabupatenlestari.org/administrator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3655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Sign in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7211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your own email and password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5720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Use the sidebar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9276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Contents, Masters, Administration, Settings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83200" y="2032000"/>
            <a:ext cx="6096000" cy="39116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5DDE0"/>
            </a:solidFill>
            <a:prstDash val="solid"/>
          </a:ln>
          <a:effectLst>
            <a:outerShdw sx="100000" sy="100000" kx="0" ky="0" algn="bl" rotWithShape="0" blurRad="254000" dist="76200" dir="5400000">
              <a:srgbClr val="2E3171">
                <a:alpha val="12000"/>
              </a:srgbClr>
            </a:outerShdw>
          </a:effectLst>
        </p:spPr>
      </p:sp>
      <p:pic>
        <p:nvPicPr>
          <p:cNvPr id="11" name="Image 0" descr="CMS dashboard with side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2082800"/>
            <a:ext cx="5994400" cy="37465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LTKL CMS ·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31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C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IDEAS TO REMEMBER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43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7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rules, everywhere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86000"/>
            <a:ext cx="3352800" cy="2794000"/>
          </a:xfrm>
          <a:prstGeom prst="roundRect">
            <a:avLst>
              <a:gd name="adj" fmla="val 4909"/>
            </a:avLst>
          </a:prstGeom>
          <a:solidFill>
            <a:srgbClr val="3A3E8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7600" y="26035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C4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 · EN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117600" y="3429000"/>
            <a:ext cx="279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7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Bilingual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17600" y="3873500"/>
            <a:ext cx="279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F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form has an Indonesian and an English tab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19600" y="2286000"/>
            <a:ext cx="3352800" cy="2794000"/>
          </a:xfrm>
          <a:prstGeom prst="roundRect">
            <a:avLst>
              <a:gd name="adj" fmla="val 4909"/>
            </a:avLst>
          </a:prstGeom>
          <a:solidFill>
            <a:srgbClr val="3A3E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24400" y="26035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C4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724400" y="3429000"/>
            <a:ext cx="279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7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Draft or live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24400" y="3873500"/>
            <a:ext cx="279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F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switch: “Set as published”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26400" y="2286000"/>
            <a:ext cx="3352800" cy="2794000"/>
          </a:xfrm>
          <a:prstGeom prst="roundRect">
            <a:avLst>
              <a:gd name="adj" fmla="val 4909"/>
            </a:avLst>
          </a:prstGeom>
          <a:solidFill>
            <a:srgbClr val="3A3E8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31200" y="26035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C4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↺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331200" y="3429000"/>
            <a:ext cx="279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7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 to delete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31200" y="3873500"/>
            <a:ext cx="279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F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Deleted items go to trash and can be restored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A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LTKL CMS ·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7A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43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pages like stacking blocks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1590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 a block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46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Banner, text, image, statistics, timeline, map…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3655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Fill it in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7211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the fields that block needs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5720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Drag to reorder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9276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page follows the list, top to bottom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83200" y="2032000"/>
            <a:ext cx="6096000" cy="39116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5DDE0"/>
            </a:solidFill>
            <a:prstDash val="solid"/>
          </a:ln>
          <a:effectLst>
            <a:outerShdw sx="100000" sy="100000" kx="0" ky="0" algn="bl" rotWithShape="0" blurRad="254000" dist="76200" dir="5400000">
              <a:srgbClr val="2E3171">
                <a:alpha val="12000"/>
              </a:srgbClr>
            </a:outerShdw>
          </a:effectLst>
        </p:spPr>
      </p:sp>
      <p:pic>
        <p:nvPicPr>
          <p:cNvPr id="11" name="Image 0" descr="Page components 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2082800"/>
            <a:ext cx="5994400" cy="37465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LTKL CMS · 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7A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43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menu builds itself from your pages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86000"/>
            <a:ext cx="2260600" cy="1905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41400" y="2540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A9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41400" y="3111500"/>
            <a:ext cx="180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Publish the page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162300" y="3136900"/>
            <a:ext cx="330200" cy="203200"/>
          </a:xfrm>
          <a:prstGeom prst="rightArrow">
            <a:avLst/>
          </a:prstGeom>
          <a:solidFill>
            <a:srgbClr val="7FB7BF"/>
          </a:solidFill>
          <a:ln/>
        </p:spPr>
      </p:sp>
      <p:sp>
        <p:nvSpPr>
          <p:cNvPr id="8" name="Shape 6"/>
          <p:cNvSpPr/>
          <p:nvPr/>
        </p:nvSpPr>
        <p:spPr>
          <a:xfrm>
            <a:off x="3581400" y="2286000"/>
            <a:ext cx="2260600" cy="1905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810000" y="2540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A9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810000" y="3111500"/>
            <a:ext cx="180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 where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810000" y="3530600"/>
            <a:ext cx="1803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Main, Header or Footer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30900" y="3136900"/>
            <a:ext cx="330200" cy="203200"/>
          </a:xfrm>
          <a:prstGeom prst="rightArrow">
            <a:avLst/>
          </a:prstGeom>
          <a:solidFill>
            <a:srgbClr val="7FB7BF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0000" y="2286000"/>
            <a:ext cx="2260600" cy="1905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78600" y="2540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A9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578600" y="3111500"/>
            <a:ext cx="180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Nest it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78600" y="3530600"/>
            <a:ext cx="1803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Choose a parent page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99500" y="3136900"/>
            <a:ext cx="330200" cy="203200"/>
          </a:xfrm>
          <a:prstGeom prst="rightArrow">
            <a:avLst/>
          </a:prstGeom>
          <a:solidFill>
            <a:srgbClr val="7FB7BF"/>
          </a:solidFill>
          <a:ln/>
        </p:spPr>
      </p:sp>
      <p:sp>
        <p:nvSpPr>
          <p:cNvPr id="18" name="Shape 16"/>
          <p:cNvSpPr/>
          <p:nvPr/>
        </p:nvSpPr>
        <p:spPr>
          <a:xfrm>
            <a:off x="9118600" y="2286000"/>
            <a:ext cx="2260600" cy="1905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347200" y="2540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A9C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9347200" y="3111500"/>
            <a:ext cx="180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Drag to order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47200" y="3530600"/>
            <a:ext cx="1803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the page list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2800" y="4635500"/>
            <a:ext cx="1056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Bonus: any block can become a </a:t>
            </a:r>
            <a:pPr indent="0" marL="0">
              <a:buNone/>
            </a:pPr>
            <a:r>
              <a:rPr lang="en-US" sz="15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jump link</a:t>
            </a:r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under its page with “Add as submenu”.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LTKL CMS · 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7A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43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Five kinds of post, one simple form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86000"/>
            <a:ext cx="1968500" cy="2032000"/>
          </a:xfrm>
          <a:prstGeom prst="roundRect">
            <a:avLst>
              <a:gd name="adj" fmla="val 69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5200" y="2286000"/>
            <a:ext cx="1663700" cy="50800"/>
          </a:xfrm>
          <a:prstGeom prst="rect">
            <a:avLst/>
          </a:prstGeom>
          <a:solidFill>
            <a:srgbClr val="00A9C1"/>
          </a:solidFill>
          <a:ln w="12700">
            <a:solidFill>
              <a:srgbClr val="00A9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2590800"/>
            <a:ext cx="304800" cy="304800"/>
          </a:xfrm>
          <a:prstGeom prst="ellipse">
            <a:avLst/>
          </a:prstGeom>
          <a:solidFill>
            <a:srgbClr val="00A9C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6000" y="3111500"/>
            <a:ext cx="156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Article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16000" y="3530600"/>
            <a:ext cx="1562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News and stories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59100" y="2286000"/>
            <a:ext cx="1968500" cy="2032000"/>
          </a:xfrm>
          <a:prstGeom prst="roundRect">
            <a:avLst>
              <a:gd name="adj" fmla="val 69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11500" y="2286000"/>
            <a:ext cx="1663700" cy="50800"/>
          </a:xfrm>
          <a:prstGeom prst="rect">
            <a:avLst/>
          </a:prstGeom>
          <a:solidFill>
            <a:srgbClr val="8A3354"/>
          </a:solidFill>
          <a:ln w="12700">
            <a:solidFill>
              <a:srgbClr val="8A3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2300" y="2590800"/>
            <a:ext cx="304800" cy="304800"/>
          </a:xfrm>
          <a:prstGeom prst="ellipse">
            <a:avLst/>
          </a:prstGeom>
          <a:solidFill>
            <a:srgbClr val="8A335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62300" y="3111500"/>
            <a:ext cx="156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Video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162300" y="3530600"/>
            <a:ext cx="1562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YouTube or Vimeo link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05400" y="2286000"/>
            <a:ext cx="1968500" cy="2032000"/>
          </a:xfrm>
          <a:prstGeom prst="roundRect">
            <a:avLst>
              <a:gd name="adj" fmla="val 69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57800" y="2286000"/>
            <a:ext cx="1663700" cy="5080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8600" y="2590800"/>
            <a:ext cx="304800" cy="304800"/>
          </a:xfrm>
          <a:prstGeom prst="ellipse">
            <a:avLst/>
          </a:prstGeom>
          <a:solidFill>
            <a:srgbClr val="C98A1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08600" y="3111500"/>
            <a:ext cx="156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08600" y="3530600"/>
            <a:ext cx="1562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Dates, place, sign-up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51700" y="2286000"/>
            <a:ext cx="1968500" cy="2032000"/>
          </a:xfrm>
          <a:prstGeom prst="roundRect">
            <a:avLst>
              <a:gd name="adj" fmla="val 69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04100" y="2286000"/>
            <a:ext cx="1663700" cy="50800"/>
          </a:xfrm>
          <a:prstGeom prst="rect">
            <a:avLst/>
          </a:prstGeom>
          <a:solidFill>
            <a:srgbClr val="5B8A1E"/>
          </a:solidFill>
          <a:ln w="12700">
            <a:solidFill>
              <a:srgbClr val="5B8A1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4900" y="2590800"/>
            <a:ext cx="304800" cy="304800"/>
          </a:xfrm>
          <a:prstGeom prst="ellipse">
            <a:avLst/>
          </a:prstGeom>
          <a:solidFill>
            <a:srgbClr val="5B8A1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54900" y="3111500"/>
            <a:ext cx="156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Library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454900" y="3530600"/>
            <a:ext cx="1562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Reports to download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398000" y="2286000"/>
            <a:ext cx="1968500" cy="2032000"/>
          </a:xfrm>
          <a:prstGeom prst="roundRect">
            <a:avLst>
              <a:gd name="adj" fmla="val 69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50400" y="2286000"/>
            <a:ext cx="1663700" cy="50800"/>
          </a:xfrm>
          <a:prstGeom prst="rect">
            <a:avLst/>
          </a:prstGeom>
          <a:solidFill>
            <a:srgbClr val="2E3171"/>
          </a:solidFill>
          <a:ln w="12700">
            <a:solidFill>
              <a:srgbClr val="2E317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0" y="2590800"/>
            <a:ext cx="304800" cy="304800"/>
          </a:xfrm>
          <a:prstGeom prst="ellipse">
            <a:avLst/>
          </a:prstGeom>
          <a:solidFill>
            <a:srgbClr val="2E317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01200" y="3111500"/>
            <a:ext cx="156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3530600"/>
            <a:ext cx="1562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Press coverage elsewhere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12800" y="4762500"/>
            <a:ext cx="10566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 the type — the form shows only the extra fields it needs.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LTKL CMS · 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7A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43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left, settings right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1590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Left: the words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46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Title, lead and content in both languages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3655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Right: the details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7211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Type, image, tags, kabupaten, date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5720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Helpful hints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9276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Ideal image sizes shown under each upload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83200" y="2032000"/>
            <a:ext cx="6096000" cy="39116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5DDE0"/>
            </a:solidFill>
            <a:prstDash val="solid"/>
          </a:ln>
          <a:effectLst>
            <a:outerShdw sx="100000" sy="100000" kx="0" ky="0" algn="bl" rotWithShape="0" blurRad="254000" dist="76200" dir="5400000">
              <a:srgbClr val="2E3171">
                <a:alpha val="12000"/>
              </a:srgbClr>
            </a:outerShdw>
          </a:effectLst>
        </p:spPr>
      </p:sp>
      <p:pic>
        <p:nvPicPr>
          <p:cNvPr id="11" name="Image 0" descr="Create Post 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2082800"/>
            <a:ext cx="5994400" cy="37465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LTKL CMS · 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7A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KABUPATEN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43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full profile for every member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32000"/>
            <a:ext cx="5130800" cy="33020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D5DDE0"/>
            </a:solidFill>
            <a:prstDash val="solid"/>
          </a:ln>
          <a:effectLst>
            <a:outerShdw sx="100000" sy="100000" kx="0" ky="0" algn="bl" rotWithShape="0" blurRad="254000" dist="76200" dir="5400000">
              <a:srgbClr val="2E3171">
                <a:alpha val="12000"/>
              </a:srgbClr>
            </a:outerShdw>
          </a:effectLst>
        </p:spPr>
      </p:sp>
      <p:pic>
        <p:nvPicPr>
          <p:cNvPr id="5" name="Image 0" descr="Kabupaten profile 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600" y="2082800"/>
            <a:ext cx="5029200" cy="3143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48400" y="2032000"/>
            <a:ext cx="5130800" cy="33020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D5DDE0"/>
            </a:solidFill>
            <a:prstDash val="solid"/>
          </a:ln>
          <a:effectLst>
            <a:outerShdw sx="100000" sy="100000" kx="0" ky="0" algn="bl" rotWithShape="0" blurRad="254000" dist="76200" dir="5400000">
              <a:srgbClr val="2E3171">
                <a:alpha val="12000"/>
              </a:srgbClr>
            </a:outerShdw>
          </a:effectLst>
        </p:spPr>
      </p:sp>
      <p:pic>
        <p:nvPicPr>
          <p:cNvPr id="7" name="Image 1" descr="Map location pic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0" y="2082800"/>
            <a:ext cx="5029200" cy="31432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12800" y="5524500"/>
            <a:ext cx="5130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Story</a:t>
            </a:r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role, potential, commodities, impacts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248400" y="5524500"/>
            <a:ext cx="5130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</a:t>
            </a:r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search a place, drop the pin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LTKL CMS · 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7A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MASTERS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43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once, it shows everywhere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59000"/>
            <a:ext cx="3403600" cy="1460500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66800" y="2438400"/>
            <a:ext cx="289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Pillars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66800" y="2857500"/>
            <a:ext cx="289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Results and field examples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94200" y="2159000"/>
            <a:ext cx="3403600" cy="1460500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8200" y="2438400"/>
            <a:ext cx="289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Job Opportunities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48200" y="2857500"/>
            <a:ext cx="289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or closed vacancies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75600" y="2159000"/>
            <a:ext cx="3403600" cy="1460500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0" y="2438400"/>
            <a:ext cx="289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Secretariat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857500"/>
            <a:ext cx="289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team and org chart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3797300"/>
            <a:ext cx="3403600" cy="1460500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66800" y="4076700"/>
            <a:ext cx="289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Participation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66800" y="4495800"/>
            <a:ext cx="289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Ways to get involved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94200" y="3797300"/>
            <a:ext cx="3403600" cy="1460500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648200" y="4076700"/>
            <a:ext cx="289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Categories &amp; Tags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648200" y="4495800"/>
            <a:ext cx="289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organise posts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75600" y="3797300"/>
            <a:ext cx="3403600" cy="1460500"/>
          </a:xfrm>
          <a:prstGeom prst="roundRect">
            <a:avLst>
              <a:gd name="adj" fmla="val 9391"/>
            </a:avLst>
          </a:prstGeom>
          <a:solidFill>
            <a:srgbClr val="2E3171"/>
          </a:solidFill>
          <a:ln w="12700">
            <a:solidFill>
              <a:srgbClr val="2E3171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0" y="4076700"/>
            <a:ext cx="289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7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Join form inbox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495800"/>
            <a:ext cx="289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F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sign-up, also by email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LTKL CMS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7A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SETTINGS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43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Site-wide details in one screen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1590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46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Name, logos, footer, social links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3655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&amp; sharing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7211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Default descriptions and share image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5720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switch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9276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Take the site offline for maintenance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83200" y="2032000"/>
            <a:ext cx="6096000" cy="39116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5DDE0"/>
            </a:solidFill>
            <a:prstDash val="solid"/>
          </a:ln>
          <a:effectLst>
            <a:outerShdw sx="100000" sy="100000" kx="0" ky="0" algn="bl" rotWithShape="0" blurRad="254000" dist="76200" dir="5400000">
              <a:srgbClr val="2E3171">
                <a:alpha val="12000"/>
              </a:srgbClr>
            </a:outerShdw>
          </a:effectLst>
        </p:spPr>
      </p:sp>
      <p:pic>
        <p:nvPicPr>
          <p:cNvPr id="11" name="Image 0" descr="Website 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2082800"/>
            <a:ext cx="5994400" cy="37465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LTKL CMS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A9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2A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DAY TO DAY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43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E2A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idea to live in four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413000"/>
            <a:ext cx="2260600" cy="1905000"/>
          </a:xfrm>
          <a:prstGeom prst="roundRect">
            <a:avLst>
              <a:gd name="adj" fmla="val 7200"/>
            </a:avLst>
          </a:prstGeom>
          <a:solidFill>
            <a:srgbClr val="F4F7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1400" y="2667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7A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41400" y="3238500"/>
            <a:ext cx="180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41400" y="3683000"/>
            <a:ext cx="1803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Indonesian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62300" y="3263900"/>
            <a:ext cx="330200" cy="203200"/>
          </a:xfrm>
          <a:prstGeom prst="rightArrow">
            <a:avLst/>
          </a:prstGeom>
          <a:solidFill>
            <a:srgbClr val="0E2A33"/>
          </a:solidFill>
          <a:ln/>
        </p:spPr>
      </p:sp>
      <p:sp>
        <p:nvSpPr>
          <p:cNvPr id="9" name="Shape 7"/>
          <p:cNvSpPr/>
          <p:nvPr/>
        </p:nvSpPr>
        <p:spPr>
          <a:xfrm>
            <a:off x="3581400" y="2413000"/>
            <a:ext cx="2260600" cy="1905000"/>
          </a:xfrm>
          <a:prstGeom prst="roundRect">
            <a:avLst>
              <a:gd name="adj" fmla="val 7200"/>
            </a:avLst>
          </a:prstGeom>
          <a:solidFill>
            <a:srgbClr val="F4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10000" y="2667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7A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810000" y="3238500"/>
            <a:ext cx="180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Translate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810000" y="3683000"/>
            <a:ext cx="1803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English tab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30900" y="3263900"/>
            <a:ext cx="330200" cy="203200"/>
          </a:xfrm>
          <a:prstGeom prst="rightArrow">
            <a:avLst/>
          </a:prstGeom>
          <a:solidFill>
            <a:srgbClr val="0E2A33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0000" y="2413000"/>
            <a:ext cx="2260600" cy="1905000"/>
          </a:xfrm>
          <a:prstGeom prst="roundRect">
            <a:avLst>
              <a:gd name="adj" fmla="val 7200"/>
            </a:avLst>
          </a:prstGeom>
          <a:solidFill>
            <a:srgbClr val="F4F7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78600" y="2667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7A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6578600" y="3238500"/>
            <a:ext cx="180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78600" y="3683000"/>
            <a:ext cx="1803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Saved as draft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99500" y="3263900"/>
            <a:ext cx="330200" cy="203200"/>
          </a:xfrm>
          <a:prstGeom prst="rightArrow">
            <a:avLst/>
          </a:prstGeom>
          <a:solidFill>
            <a:srgbClr val="0E2A33"/>
          </a:solidFill>
          <a:ln/>
        </p:spPr>
      </p:sp>
      <p:sp>
        <p:nvSpPr>
          <p:cNvPr id="19" name="Shape 17"/>
          <p:cNvSpPr/>
          <p:nvPr/>
        </p:nvSpPr>
        <p:spPr>
          <a:xfrm>
            <a:off x="9118600" y="2413000"/>
            <a:ext cx="2260600" cy="1905000"/>
          </a:xfrm>
          <a:prstGeom prst="roundRect">
            <a:avLst>
              <a:gd name="adj" fmla="val 7200"/>
            </a:avLst>
          </a:prstGeom>
          <a:solidFill>
            <a:srgbClr val="2E317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47200" y="2667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C4D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9347200" y="3238500"/>
            <a:ext cx="180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7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Publish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347200" y="3683000"/>
            <a:ext cx="1803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F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switch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2A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LTKL CMS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7A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GOOD HABITS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430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 tips for a tidy website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59000"/>
            <a:ext cx="5181600" cy="1397000"/>
          </a:xfrm>
          <a:prstGeom prst="roundRect">
            <a:avLst>
              <a:gd name="adj" fmla="val 9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2200" y="2476500"/>
            <a:ext cx="406400" cy="406400"/>
          </a:xfrm>
          <a:prstGeom prst="ellipse">
            <a:avLst/>
          </a:prstGeom>
          <a:solidFill>
            <a:srgbClr val="00A9C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2200" y="24765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27200" y="2463800"/>
            <a:ext cx="397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Fill both languages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727200" y="2870200"/>
            <a:ext cx="3975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you publish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7600" y="2159000"/>
            <a:ext cx="5181600" cy="1397000"/>
          </a:xfrm>
          <a:prstGeom prst="roundRect">
            <a:avLst>
              <a:gd name="adj" fmla="val 9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7000" y="2476500"/>
            <a:ext cx="406400" cy="406400"/>
          </a:xfrm>
          <a:prstGeom prst="ellipse">
            <a:avLst/>
          </a:prstGeom>
          <a:solidFill>
            <a:srgbClr val="00A9C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7000" y="24765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12000" y="2463800"/>
            <a:ext cx="397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the right image size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12000" y="2870200"/>
            <a:ext cx="3975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Shown under each upload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800" y="3759200"/>
            <a:ext cx="5181600" cy="1397000"/>
          </a:xfrm>
          <a:prstGeom prst="roundRect">
            <a:avLst>
              <a:gd name="adj" fmla="val 9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2200" y="4076700"/>
            <a:ext cx="406400" cy="406400"/>
          </a:xfrm>
          <a:prstGeom prst="ellipse">
            <a:avLst/>
          </a:prstGeom>
          <a:solidFill>
            <a:srgbClr val="00A9C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2200" y="40767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727200" y="4064000"/>
            <a:ext cx="397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Close what has ended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727200" y="4470400"/>
            <a:ext cx="3975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Vacancies and event sign-ups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97600" y="3759200"/>
            <a:ext cx="5181600" cy="1397000"/>
          </a:xfrm>
          <a:prstGeom prst="roundRect">
            <a:avLst>
              <a:gd name="adj" fmla="val 9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2E317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7000" y="4076700"/>
            <a:ext cx="406400" cy="406400"/>
          </a:xfrm>
          <a:prstGeom prst="ellipse">
            <a:avLst/>
          </a:prstGeom>
          <a:solidFill>
            <a:srgbClr val="00A9C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7000" y="40767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12000" y="4064000"/>
            <a:ext cx="397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31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 account each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112000" y="4470400"/>
            <a:ext cx="3975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share passwords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2357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49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LTKL CMS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31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5000" y="-1397000"/>
            <a:ext cx="5715000" cy="5715000"/>
          </a:xfrm>
          <a:prstGeom prst="ellipse">
            <a:avLst/>
          </a:prstGeom>
          <a:solidFill>
            <a:srgbClr val="3A3E8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A9C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2800" y="1460500"/>
            <a:ext cx="889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4F7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45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C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PANEL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302000"/>
            <a:ext cx="889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F7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cms.kabupatenlestari.org/administrator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1275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C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STEP-BY-STEP GUIDE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445000"/>
            <a:ext cx="889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F7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LTKL CMS Administrator Guide (PDF)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LTKL CMS Overview</dc:title>
  <dc:subject>PptxGenJS Presentation</dc:subject>
  <dc:creator>PptxGenJS</dc:creator>
  <cp:lastModifiedBy>PptxGenJS</cp:lastModifiedBy>
  <cp:revision>1</cp:revision>
  <dcterms:created xsi:type="dcterms:W3CDTF">2026-09-28T05:31:14Z</dcterms:created>
  <dcterms:modified xsi:type="dcterms:W3CDTF">2026-09-28T05:31:14Z</dcterms:modified>
</cp:coreProperties>
</file>